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of CS &amp; ML</a:t>
            </a:r>
          </a:p>
          <a:p>
            <a:r>
              <a:t>Loyola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 in slide-1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side-2_x000D_</a:t>
            </a:r>
          </a:p>
          <a:p>
            <a:r>
              <a:t>Types of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